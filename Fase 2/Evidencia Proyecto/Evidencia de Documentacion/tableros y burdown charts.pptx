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11" Type="http://schemas.openxmlformats.org/officeDocument/2006/relationships/image" Target="../media/image19.png"/><Relationship Id="rId22" Type="http://schemas.openxmlformats.org/officeDocument/2006/relationships/image" Target="../media/image14.png"/><Relationship Id="rId10" Type="http://schemas.openxmlformats.org/officeDocument/2006/relationships/image" Target="../media/image16.png"/><Relationship Id="rId21" Type="http://schemas.openxmlformats.org/officeDocument/2006/relationships/image" Target="../media/image25.png"/><Relationship Id="rId13" Type="http://schemas.openxmlformats.org/officeDocument/2006/relationships/image" Target="../media/image6.png"/><Relationship Id="rId12" Type="http://schemas.openxmlformats.org/officeDocument/2006/relationships/image" Target="../media/image9.png"/><Relationship Id="rId23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5" Type="http://schemas.openxmlformats.org/officeDocument/2006/relationships/image" Target="../media/image28.png"/><Relationship Id="rId14" Type="http://schemas.openxmlformats.org/officeDocument/2006/relationships/image" Target="../media/image10.png"/><Relationship Id="rId17" Type="http://schemas.openxmlformats.org/officeDocument/2006/relationships/image" Target="../media/image18.png"/><Relationship Id="rId16" Type="http://schemas.openxmlformats.org/officeDocument/2006/relationships/image" Target="../media/image23.png"/><Relationship Id="rId5" Type="http://schemas.openxmlformats.org/officeDocument/2006/relationships/image" Target="../media/image11.png"/><Relationship Id="rId19" Type="http://schemas.openxmlformats.org/officeDocument/2006/relationships/image" Target="../media/image38.png"/><Relationship Id="rId6" Type="http://schemas.openxmlformats.org/officeDocument/2006/relationships/image" Target="../media/image8.png"/><Relationship Id="rId18" Type="http://schemas.openxmlformats.org/officeDocument/2006/relationships/image" Target="../media/image12.png"/><Relationship Id="rId7" Type="http://schemas.openxmlformats.org/officeDocument/2006/relationships/image" Target="../media/image1.png"/><Relationship Id="rId8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3.png"/><Relationship Id="rId11" Type="http://schemas.openxmlformats.org/officeDocument/2006/relationships/image" Target="../media/image27.png"/><Relationship Id="rId22" Type="http://schemas.openxmlformats.org/officeDocument/2006/relationships/image" Target="../media/image14.png"/><Relationship Id="rId10" Type="http://schemas.openxmlformats.org/officeDocument/2006/relationships/image" Target="../media/image16.png"/><Relationship Id="rId21" Type="http://schemas.openxmlformats.org/officeDocument/2006/relationships/image" Target="../media/image25.png"/><Relationship Id="rId13" Type="http://schemas.openxmlformats.org/officeDocument/2006/relationships/image" Target="../media/image6.png"/><Relationship Id="rId12" Type="http://schemas.openxmlformats.org/officeDocument/2006/relationships/image" Target="../media/image9.png"/><Relationship Id="rId23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40.png"/><Relationship Id="rId9" Type="http://schemas.openxmlformats.org/officeDocument/2006/relationships/image" Target="../media/image33.png"/><Relationship Id="rId15" Type="http://schemas.openxmlformats.org/officeDocument/2006/relationships/image" Target="../media/image38.png"/><Relationship Id="rId14" Type="http://schemas.openxmlformats.org/officeDocument/2006/relationships/image" Target="../media/image10.png"/><Relationship Id="rId17" Type="http://schemas.openxmlformats.org/officeDocument/2006/relationships/image" Target="../media/image18.png"/><Relationship Id="rId16" Type="http://schemas.openxmlformats.org/officeDocument/2006/relationships/image" Target="../media/image42.png"/><Relationship Id="rId5" Type="http://schemas.openxmlformats.org/officeDocument/2006/relationships/image" Target="../media/image11.png"/><Relationship Id="rId19" Type="http://schemas.openxmlformats.org/officeDocument/2006/relationships/image" Target="../media/image28.png"/><Relationship Id="rId6" Type="http://schemas.openxmlformats.org/officeDocument/2006/relationships/image" Target="../media/image8.png"/><Relationship Id="rId18" Type="http://schemas.openxmlformats.org/officeDocument/2006/relationships/image" Target="../media/image45.png"/><Relationship Id="rId7" Type="http://schemas.openxmlformats.org/officeDocument/2006/relationships/image" Target="../media/image1.png"/><Relationship Id="rId8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51.png"/><Relationship Id="rId11" Type="http://schemas.openxmlformats.org/officeDocument/2006/relationships/image" Target="../media/image44.png"/><Relationship Id="rId22" Type="http://schemas.openxmlformats.org/officeDocument/2006/relationships/image" Target="../media/image14.png"/><Relationship Id="rId10" Type="http://schemas.openxmlformats.org/officeDocument/2006/relationships/image" Target="../media/image48.png"/><Relationship Id="rId21" Type="http://schemas.openxmlformats.org/officeDocument/2006/relationships/image" Target="../media/image25.png"/><Relationship Id="rId13" Type="http://schemas.openxmlformats.org/officeDocument/2006/relationships/image" Target="../media/image59.png"/><Relationship Id="rId12" Type="http://schemas.openxmlformats.org/officeDocument/2006/relationships/image" Target="../media/image63.png"/><Relationship Id="rId23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52.png"/><Relationship Id="rId9" Type="http://schemas.openxmlformats.org/officeDocument/2006/relationships/image" Target="../media/image17.png"/><Relationship Id="rId15" Type="http://schemas.openxmlformats.org/officeDocument/2006/relationships/image" Target="../media/image10.png"/><Relationship Id="rId14" Type="http://schemas.openxmlformats.org/officeDocument/2006/relationships/image" Target="../media/image6.png"/><Relationship Id="rId17" Type="http://schemas.openxmlformats.org/officeDocument/2006/relationships/image" Target="../media/image60.png"/><Relationship Id="rId16" Type="http://schemas.openxmlformats.org/officeDocument/2006/relationships/image" Target="../media/image28.png"/><Relationship Id="rId5" Type="http://schemas.openxmlformats.org/officeDocument/2006/relationships/image" Target="../media/image11.png"/><Relationship Id="rId19" Type="http://schemas.openxmlformats.org/officeDocument/2006/relationships/image" Target="../media/image45.png"/><Relationship Id="rId6" Type="http://schemas.openxmlformats.org/officeDocument/2006/relationships/image" Target="../media/image8.png"/><Relationship Id="rId18" Type="http://schemas.openxmlformats.org/officeDocument/2006/relationships/image" Target="../media/image12.png"/><Relationship Id="rId7" Type="http://schemas.openxmlformats.org/officeDocument/2006/relationships/image" Target="../media/image1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38.png"/><Relationship Id="rId11" Type="http://schemas.openxmlformats.org/officeDocument/2006/relationships/image" Target="../media/image9.png"/><Relationship Id="rId22" Type="http://schemas.openxmlformats.org/officeDocument/2006/relationships/image" Target="../media/image25.png"/><Relationship Id="rId10" Type="http://schemas.openxmlformats.org/officeDocument/2006/relationships/image" Target="../media/image64.png"/><Relationship Id="rId21" Type="http://schemas.openxmlformats.org/officeDocument/2006/relationships/image" Target="../media/image23.png"/><Relationship Id="rId13" Type="http://schemas.openxmlformats.org/officeDocument/2006/relationships/image" Target="../media/image27.png"/><Relationship Id="rId24" Type="http://schemas.openxmlformats.org/officeDocument/2006/relationships/image" Target="../media/image21.png"/><Relationship Id="rId12" Type="http://schemas.openxmlformats.org/officeDocument/2006/relationships/image" Target="../media/image16.png"/><Relationship Id="rId23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58.png"/><Relationship Id="rId9" Type="http://schemas.openxmlformats.org/officeDocument/2006/relationships/image" Target="../media/image66.png"/><Relationship Id="rId15" Type="http://schemas.openxmlformats.org/officeDocument/2006/relationships/image" Target="../media/image6.png"/><Relationship Id="rId14" Type="http://schemas.openxmlformats.org/officeDocument/2006/relationships/image" Target="../media/image10.png"/><Relationship Id="rId17" Type="http://schemas.openxmlformats.org/officeDocument/2006/relationships/image" Target="../media/image29.png"/><Relationship Id="rId16" Type="http://schemas.openxmlformats.org/officeDocument/2006/relationships/image" Target="../media/image51.png"/><Relationship Id="rId5" Type="http://schemas.openxmlformats.org/officeDocument/2006/relationships/image" Target="../media/image11.png"/><Relationship Id="rId19" Type="http://schemas.openxmlformats.org/officeDocument/2006/relationships/image" Target="../media/image12.png"/><Relationship Id="rId6" Type="http://schemas.openxmlformats.org/officeDocument/2006/relationships/image" Target="../media/image8.png"/><Relationship Id="rId18" Type="http://schemas.openxmlformats.org/officeDocument/2006/relationships/image" Target="../media/image18.png"/><Relationship Id="rId7" Type="http://schemas.openxmlformats.org/officeDocument/2006/relationships/image" Target="../media/image1.png"/><Relationship Id="rId8" Type="http://schemas.openxmlformats.org/officeDocument/2006/relationships/image" Target="../media/image5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3262" y="3752850"/>
            <a:ext cx="25336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8412" y="3752850"/>
            <a:ext cx="26003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500675" y="1314450"/>
            <a:ext cx="5190648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EVIDENCIAS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045743" y="2333625"/>
            <a:ext cx="410051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Proyecto Pepsi-Fleet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9587" y="40481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3729037" y="4505325"/>
            <a:ext cx="15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Tableros Kanban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786187" y="5043225"/>
            <a:ext cx="1447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 Sprints Completados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834187" y="4505325"/>
            <a:ext cx="162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Burndown Charts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972238" y="5043225"/>
            <a:ext cx="1352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Análisis de Velocidad</a:t>
            </a:r>
            <a:endParaRPr/>
          </a:p>
        </p:txBody>
      </p:sp>
      <p:pic>
        <p:nvPicPr>
          <p:cNvPr id="94" name="Google Shape;9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62838" y="4048127"/>
            <a:ext cx="3714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52500"/>
            <a:ext cx="12192000" cy="590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285750"/>
            <a:ext cx="14668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333500"/>
            <a:ext cx="3619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0" y="1333500"/>
            <a:ext cx="3619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0" y="1333500"/>
            <a:ext cx="3619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162175"/>
            <a:ext cx="3238500" cy="1775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128045"/>
            <a:ext cx="3238500" cy="1775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76750" y="2162175"/>
            <a:ext cx="3238500" cy="1775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76750" y="4128045"/>
            <a:ext cx="3238500" cy="15896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82000" y="2162175"/>
            <a:ext cx="3238500" cy="1775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82000" y="4128045"/>
            <a:ext cx="3238500" cy="1775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09625" y="3375570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9625" y="5341441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14875" y="3375570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14875" y="5155703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620125" y="3375570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620125" y="5341441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352800" y="348034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352800" y="5446216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258050" y="348034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258050" y="5260478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163300" y="348034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163300" y="5446216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/>
          <p:cNvSpPr txBox="1"/>
          <p:nvPr/>
        </p:nvSpPr>
        <p:spPr>
          <a:xfrm>
            <a:off x="381000" y="6486525"/>
            <a:ext cx="1447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KANBAN SNAPSHOT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381000" y="271462"/>
            <a:ext cx="32861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SPRINT 1: EL NÚCLEO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571500" y="1581150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TO DO</a:t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571500" y="1952625"/>
            <a:ext cx="32385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4821644" y="1581150"/>
            <a:ext cx="289360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 PROGRESS</a:t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4476750" y="1952625"/>
            <a:ext cx="32385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8667750" y="1581150"/>
            <a:ext cx="2952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DONE</a:t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8382000" y="1952625"/>
            <a:ext cx="32385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1" name="Google Shape;131;p1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0496550" y="395287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809625" y="235267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HU-03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Alta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809625" y="2600325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Gestión de OTs (CRUD)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809625" y="2889795"/>
            <a:ext cx="2809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Frontend: Formulario de creación y validaciones de patente única.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809625" y="431854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TASK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Baja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809625" y="4566195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Reglas Firestore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809625" y="4855666"/>
            <a:ext cx="2809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Configurar reglas de seguridad para colección work_orders.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4714875" y="235267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HU-02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Alta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4714875" y="2600325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Autenticación &amp; JWT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4714875" y="2889795"/>
            <a:ext cx="2809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Integrando AuthContext y middleware para protección de rutas.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4714875" y="431854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INFRA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Media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4714875" y="4566195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Configuración Vercel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4714875" y="4855666"/>
            <a:ext cx="2809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Setup inicial de despliegue y variables de entorno.</a:t>
            </a:r>
            <a:endParaRPr/>
          </a:p>
        </p:txBody>
      </p:sp>
      <p:pic>
        <p:nvPicPr>
          <p:cNvPr descr="image.png" id="144" name="Google Shape;144;p1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382000" y="16097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4"/>
          <p:cNvSpPr txBox="1"/>
          <p:nvPr/>
        </p:nvSpPr>
        <p:spPr>
          <a:xfrm>
            <a:off x="8620125" y="235267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HU-01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Alta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8620125" y="2600325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Gestión de Usuarios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8620125" y="2889795"/>
            <a:ext cx="2809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Modelo de BD en Firestore y API para crear Admin/Mecánico.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8620125" y="431854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SETUP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Baja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8620125" y="4566195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Repositorio GitHub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8620125" y="4855666"/>
            <a:ext cx="2809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Estructura inicial del proyecto Next.js + Tailwind creada.</a:t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809625" y="3508920"/>
            <a:ext cx="666750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885825" y="3547023"/>
            <a:ext cx="5907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endParaRPr/>
          </a:p>
        </p:txBody>
      </p:sp>
      <p:sp>
        <p:nvSpPr>
          <p:cNvPr id="153" name="Google Shape;153;p14"/>
          <p:cNvSpPr/>
          <p:nvPr/>
        </p:nvSpPr>
        <p:spPr>
          <a:xfrm>
            <a:off x="809625" y="5474791"/>
            <a:ext cx="523875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885825" y="5512900"/>
            <a:ext cx="4476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DEVOPS</a:t>
            </a:r>
            <a:endParaRPr/>
          </a:p>
        </p:txBody>
      </p:sp>
      <p:sp>
        <p:nvSpPr>
          <p:cNvPr id="155" name="Google Shape;155;p14"/>
          <p:cNvSpPr/>
          <p:nvPr/>
        </p:nvSpPr>
        <p:spPr>
          <a:xfrm>
            <a:off x="4714875" y="3508920"/>
            <a:ext cx="590550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4791075" y="3547025"/>
            <a:ext cx="590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SECURITY</a:t>
            </a:r>
            <a:endParaRPr/>
          </a:p>
        </p:txBody>
      </p:sp>
      <p:sp>
        <p:nvSpPr>
          <p:cNvPr id="157" name="Google Shape;157;p14"/>
          <p:cNvSpPr/>
          <p:nvPr/>
        </p:nvSpPr>
        <p:spPr>
          <a:xfrm>
            <a:off x="4714875" y="5289053"/>
            <a:ext cx="523875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4791075" y="5327150"/>
            <a:ext cx="4476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DEVOPS</a:t>
            </a:r>
            <a:endParaRPr/>
          </a:p>
        </p:txBody>
      </p:sp>
      <p:sp>
        <p:nvSpPr>
          <p:cNvPr id="159" name="Google Shape;159;p14"/>
          <p:cNvSpPr/>
          <p:nvPr/>
        </p:nvSpPr>
        <p:spPr>
          <a:xfrm>
            <a:off x="8620125" y="3508920"/>
            <a:ext cx="600075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 txBox="1"/>
          <p:nvPr/>
        </p:nvSpPr>
        <p:spPr>
          <a:xfrm>
            <a:off x="8696325" y="3547025"/>
            <a:ext cx="590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  <a:endParaRPr/>
          </a:p>
        </p:txBody>
      </p:sp>
      <p:sp>
        <p:nvSpPr>
          <p:cNvPr id="161" name="Google Shape;161;p14"/>
          <p:cNvSpPr/>
          <p:nvPr/>
        </p:nvSpPr>
        <p:spPr>
          <a:xfrm>
            <a:off x="8620125" y="5474791"/>
            <a:ext cx="504825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>
            <a:off x="8696325" y="5512900"/>
            <a:ext cx="4287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CONFIG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52500"/>
            <a:ext cx="12192000" cy="590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3200" y="285750"/>
            <a:ext cx="14478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333500"/>
            <a:ext cx="3619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0" y="1333500"/>
            <a:ext cx="3619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0" y="1333500"/>
            <a:ext cx="3619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162175"/>
            <a:ext cx="3238500" cy="1775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128045"/>
            <a:ext cx="3238500" cy="15896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76750" y="2162175"/>
            <a:ext cx="3238500" cy="1775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76750" y="4128045"/>
            <a:ext cx="3238500" cy="1775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82000" y="2162175"/>
            <a:ext cx="3238500" cy="1775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82000" y="4128045"/>
            <a:ext cx="3238500" cy="1775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09625" y="3375570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09625" y="5155703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14875" y="3375570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714875" y="5341441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620125" y="3375570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620125" y="5341441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352800" y="348034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352800" y="5260478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258050" y="348034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258050" y="5446216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163300" y="348034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163300" y="5446216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5"/>
          <p:cNvSpPr txBox="1"/>
          <p:nvPr/>
        </p:nvSpPr>
        <p:spPr>
          <a:xfrm>
            <a:off x="381000" y="6486525"/>
            <a:ext cx="1447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KANBAN SNAPSHOT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381000" y="271462"/>
            <a:ext cx="40386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SPRINT 2: FLUJO ENTRADA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571500" y="1581150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TO DO</a:t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571500" y="1952625"/>
            <a:ext cx="32385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4825262" y="1581150"/>
            <a:ext cx="288998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 PROGRESS</a:t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4476750" y="1952625"/>
            <a:ext cx="32385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 txBox="1"/>
          <p:nvPr/>
        </p:nvSpPr>
        <p:spPr>
          <a:xfrm>
            <a:off x="8667750" y="1581150"/>
            <a:ext cx="2952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DONE</a:t>
            </a:r>
            <a:endParaRPr/>
          </a:p>
        </p:txBody>
      </p:sp>
      <p:sp>
        <p:nvSpPr>
          <p:cNvPr id="198" name="Google Shape;198;p15"/>
          <p:cNvSpPr/>
          <p:nvPr/>
        </p:nvSpPr>
        <p:spPr>
          <a:xfrm>
            <a:off x="8382000" y="1952625"/>
            <a:ext cx="32385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1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0515600" y="395287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>
            <a:off x="809625" y="235267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HU-06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Media</a:t>
            </a: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809625" y="2600325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Notificaciones Email</a:t>
            </a:r>
            <a:endParaRPr/>
          </a:p>
        </p:txBody>
      </p:sp>
      <p:sp>
        <p:nvSpPr>
          <p:cNvPr id="202" name="Google Shape;202;p15"/>
          <p:cNvSpPr txBox="1"/>
          <p:nvPr/>
        </p:nvSpPr>
        <p:spPr>
          <a:xfrm>
            <a:off x="809625" y="2889795"/>
            <a:ext cx="2809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Maquetar </a:t>
            </a:r>
            <a:r>
              <a:rPr lang="en-US" sz="975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en google stich </a:t>
            </a: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y configurar </a:t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809625" y="4318545"/>
            <a:ext cx="2809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QA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Baja</a:t>
            </a:r>
            <a:endParaRPr/>
          </a:p>
        </p:txBody>
      </p:sp>
      <p:sp>
        <p:nvSpPr>
          <p:cNvPr id="204" name="Google Shape;204;p15"/>
          <p:cNvSpPr txBox="1"/>
          <p:nvPr/>
        </p:nvSpPr>
        <p:spPr>
          <a:xfrm>
            <a:off x="809625" y="4566195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Pruebas de Flujo</a:t>
            </a:r>
            <a:endParaRPr/>
          </a:p>
        </p:txBody>
      </p:sp>
      <p:sp>
        <p:nvSpPr>
          <p:cNvPr id="205" name="Google Shape;205;p15"/>
          <p:cNvSpPr txBox="1"/>
          <p:nvPr/>
        </p:nvSpPr>
        <p:spPr>
          <a:xfrm>
            <a:off x="809625" y="4855666"/>
            <a:ext cx="2809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Validar ciclo completo de agendamiento.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4714875" y="235267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HU-</a:t>
            </a:r>
            <a:r>
              <a:rPr b="1" lang="en-US" sz="12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05 Alta</a:t>
            </a:r>
            <a:endParaRPr/>
          </a:p>
        </p:txBody>
      </p:sp>
      <p:sp>
        <p:nvSpPr>
          <p:cNvPr id="207" name="Google Shape;207;p15"/>
          <p:cNvSpPr txBox="1"/>
          <p:nvPr/>
        </p:nvSpPr>
        <p:spPr>
          <a:xfrm>
            <a:off x="4714875" y="2600325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Control de Acceso</a:t>
            </a:r>
            <a:endParaRPr/>
          </a:p>
        </p:txBody>
      </p:sp>
      <p:sp>
        <p:nvSpPr>
          <p:cNvPr id="208" name="Google Shape;208;p15"/>
          <p:cNvSpPr txBox="1"/>
          <p:nvPr/>
        </p:nvSpPr>
        <p:spPr>
          <a:xfrm>
            <a:off x="4714875" y="2889795"/>
            <a:ext cx="2809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Desarrollando buscador de patentes para vista Guardia.</a:t>
            </a:r>
            <a:endParaRPr/>
          </a:p>
        </p:txBody>
      </p:sp>
      <p:sp>
        <p:nvSpPr>
          <p:cNvPr id="209" name="Google Shape;209;p15"/>
          <p:cNvSpPr txBox="1"/>
          <p:nvPr/>
        </p:nvSpPr>
        <p:spPr>
          <a:xfrm>
            <a:off x="4714875" y="4318545"/>
            <a:ext cx="2809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FIX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Media</a:t>
            </a:r>
            <a:endParaRPr/>
          </a:p>
        </p:txBody>
      </p:sp>
      <p:sp>
        <p:nvSpPr>
          <p:cNvPr id="210" name="Google Shape;210;p15"/>
          <p:cNvSpPr txBox="1"/>
          <p:nvPr/>
        </p:nvSpPr>
        <p:spPr>
          <a:xfrm>
            <a:off x="4714875" y="4566195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Zona Horaria UTC</a:t>
            </a:r>
            <a:endParaRPr/>
          </a:p>
        </p:txBody>
      </p:sp>
      <p:sp>
        <p:nvSpPr>
          <p:cNvPr id="211" name="Google Shape;211;p15"/>
          <p:cNvSpPr txBox="1"/>
          <p:nvPr/>
        </p:nvSpPr>
        <p:spPr>
          <a:xfrm>
            <a:off x="4714875" y="4855666"/>
            <a:ext cx="2809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Corrigiendo desfase de horas en las citas guardadas.</a:t>
            </a:r>
            <a:endParaRPr/>
          </a:p>
        </p:txBody>
      </p:sp>
      <p:pic>
        <p:nvPicPr>
          <p:cNvPr descr="image.png" id="212" name="Google Shape;212;p1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382000" y="16097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5"/>
          <p:cNvSpPr txBox="1"/>
          <p:nvPr/>
        </p:nvSpPr>
        <p:spPr>
          <a:xfrm>
            <a:off x="8620125" y="235267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HU-</a:t>
            </a:r>
            <a:r>
              <a:rPr b="1" lang="en-US" sz="12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04 Alta</a:t>
            </a:r>
            <a:endParaRPr/>
          </a:p>
        </p:txBody>
      </p:sp>
      <p:sp>
        <p:nvSpPr>
          <p:cNvPr id="214" name="Google Shape;214;p15"/>
          <p:cNvSpPr txBox="1"/>
          <p:nvPr/>
        </p:nvSpPr>
        <p:spPr>
          <a:xfrm>
            <a:off x="8620125" y="2600325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Agendamiento</a:t>
            </a:r>
            <a:endParaRPr/>
          </a:p>
        </p:txBody>
      </p:sp>
      <p:sp>
        <p:nvSpPr>
          <p:cNvPr id="215" name="Google Shape;215;p15"/>
          <p:cNvSpPr txBox="1"/>
          <p:nvPr/>
        </p:nvSpPr>
        <p:spPr>
          <a:xfrm>
            <a:off x="8620125" y="2889795"/>
            <a:ext cx="2809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Integrado react-datepicker y lógica de bloqueo de horas.</a:t>
            </a:r>
            <a:endParaRPr/>
          </a:p>
        </p:txBody>
      </p:sp>
      <p:sp>
        <p:nvSpPr>
          <p:cNvPr id="216" name="Google Shape;216;p15"/>
          <p:cNvSpPr txBox="1"/>
          <p:nvPr/>
        </p:nvSpPr>
        <p:spPr>
          <a:xfrm>
            <a:off x="8620125" y="4318545"/>
            <a:ext cx="2809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Baja</a:t>
            </a:r>
            <a:endParaRPr/>
          </a:p>
        </p:txBody>
      </p:sp>
      <p:sp>
        <p:nvSpPr>
          <p:cNvPr id="217" name="Google Shape;217;p15"/>
          <p:cNvSpPr txBox="1"/>
          <p:nvPr/>
        </p:nvSpPr>
        <p:spPr>
          <a:xfrm>
            <a:off x="8620125" y="4566195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Seed Data</a:t>
            </a:r>
            <a:endParaRPr/>
          </a:p>
        </p:txBody>
      </p:sp>
      <p:sp>
        <p:nvSpPr>
          <p:cNvPr id="218" name="Google Shape;218;p15"/>
          <p:cNvSpPr txBox="1"/>
          <p:nvPr/>
        </p:nvSpPr>
        <p:spPr>
          <a:xfrm>
            <a:off x="8620125" y="4855666"/>
            <a:ext cx="2809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Script ejecutado para poblar base de datos con vehículos.</a:t>
            </a:r>
            <a:endParaRPr/>
          </a:p>
        </p:txBody>
      </p:sp>
      <p:sp>
        <p:nvSpPr>
          <p:cNvPr id="219" name="Google Shape;219;p15"/>
          <p:cNvSpPr/>
          <p:nvPr/>
        </p:nvSpPr>
        <p:spPr>
          <a:xfrm>
            <a:off x="809625" y="3508920"/>
            <a:ext cx="600075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 txBox="1"/>
          <p:nvPr/>
        </p:nvSpPr>
        <p:spPr>
          <a:xfrm>
            <a:off x="885825" y="3547025"/>
            <a:ext cx="6000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  <a:endParaRPr/>
          </a:p>
        </p:txBody>
      </p:sp>
      <p:sp>
        <p:nvSpPr>
          <p:cNvPr id="221" name="Google Shape;221;p15"/>
          <p:cNvSpPr/>
          <p:nvPr/>
        </p:nvSpPr>
        <p:spPr>
          <a:xfrm>
            <a:off x="809625" y="5289053"/>
            <a:ext cx="295275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5"/>
          <p:cNvSpPr txBox="1"/>
          <p:nvPr/>
        </p:nvSpPr>
        <p:spPr>
          <a:xfrm>
            <a:off x="885825" y="5327153"/>
            <a:ext cx="1428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QA</a:t>
            </a:r>
            <a:endParaRPr/>
          </a:p>
        </p:txBody>
      </p:sp>
      <p:sp>
        <p:nvSpPr>
          <p:cNvPr id="223" name="Google Shape;223;p15"/>
          <p:cNvSpPr/>
          <p:nvPr/>
        </p:nvSpPr>
        <p:spPr>
          <a:xfrm>
            <a:off x="4714875" y="3508920"/>
            <a:ext cx="666750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 txBox="1"/>
          <p:nvPr/>
        </p:nvSpPr>
        <p:spPr>
          <a:xfrm>
            <a:off x="4791075" y="3547025"/>
            <a:ext cx="6000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4714875" y="5474791"/>
            <a:ext cx="485775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 txBox="1"/>
          <p:nvPr/>
        </p:nvSpPr>
        <p:spPr>
          <a:xfrm>
            <a:off x="4791075" y="5512900"/>
            <a:ext cx="409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BUGFIX</a:t>
            </a:r>
            <a:endParaRPr/>
          </a:p>
        </p:txBody>
      </p:sp>
      <p:sp>
        <p:nvSpPr>
          <p:cNvPr id="227" name="Google Shape;227;p15"/>
          <p:cNvSpPr/>
          <p:nvPr/>
        </p:nvSpPr>
        <p:spPr>
          <a:xfrm>
            <a:off x="8620125" y="3508920"/>
            <a:ext cx="657225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 txBox="1"/>
          <p:nvPr/>
        </p:nvSpPr>
        <p:spPr>
          <a:xfrm>
            <a:off x="8696325" y="3547025"/>
            <a:ext cx="6000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FULLSTACK</a:t>
            </a: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8620125" y="5474791"/>
            <a:ext cx="466725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8696325" y="5512900"/>
            <a:ext cx="409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SCRIPT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52500"/>
            <a:ext cx="12192000" cy="590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3200" y="285750"/>
            <a:ext cx="14478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333500"/>
            <a:ext cx="3619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0" y="1333500"/>
            <a:ext cx="3619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0" y="1333500"/>
            <a:ext cx="3619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162175"/>
            <a:ext cx="3238500" cy="1775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128045"/>
            <a:ext cx="3238500" cy="1775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76750" y="2162175"/>
            <a:ext cx="3238500" cy="1794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76750" y="4147095"/>
            <a:ext cx="3238500" cy="1775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82000" y="2162175"/>
            <a:ext cx="3238500" cy="15896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82000" y="3942308"/>
            <a:ext cx="3238500" cy="15896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9625" y="3375570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9625" y="5341441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76775" y="3385095"/>
            <a:ext cx="28384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14875" y="5360491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620125" y="3189833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620125" y="4969966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352800" y="348034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352800" y="5446216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248525" y="348987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258050" y="5465266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163300" y="3294608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163300" y="5074741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6"/>
          <p:cNvSpPr txBox="1"/>
          <p:nvPr/>
        </p:nvSpPr>
        <p:spPr>
          <a:xfrm>
            <a:off x="381000" y="6486525"/>
            <a:ext cx="1447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KANBAN SNAPSHOT</a:t>
            </a:r>
            <a:endParaRPr/>
          </a:p>
        </p:txBody>
      </p:sp>
      <p:sp>
        <p:nvSpPr>
          <p:cNvPr id="260" name="Google Shape;260;p16"/>
          <p:cNvSpPr txBox="1"/>
          <p:nvPr/>
        </p:nvSpPr>
        <p:spPr>
          <a:xfrm>
            <a:off x="381000" y="271462"/>
            <a:ext cx="44672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SPRINT 3: EJECUCIÓN TALLER</a:t>
            </a:r>
            <a:endParaRPr/>
          </a:p>
        </p:txBody>
      </p:sp>
      <p:sp>
        <p:nvSpPr>
          <p:cNvPr id="261" name="Google Shape;261;p16"/>
          <p:cNvSpPr txBox="1"/>
          <p:nvPr/>
        </p:nvSpPr>
        <p:spPr>
          <a:xfrm>
            <a:off x="571500" y="1581150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TO DO</a:t>
            </a:r>
            <a:endParaRPr/>
          </a:p>
        </p:txBody>
      </p:sp>
      <p:sp>
        <p:nvSpPr>
          <p:cNvPr id="262" name="Google Shape;262;p16"/>
          <p:cNvSpPr/>
          <p:nvPr/>
        </p:nvSpPr>
        <p:spPr>
          <a:xfrm>
            <a:off x="571500" y="1952625"/>
            <a:ext cx="32385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 txBox="1"/>
          <p:nvPr/>
        </p:nvSpPr>
        <p:spPr>
          <a:xfrm>
            <a:off x="4821633" y="1581150"/>
            <a:ext cx="289361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 PROGRESS</a:t>
            </a:r>
            <a:endParaRPr/>
          </a:p>
        </p:txBody>
      </p:sp>
      <p:sp>
        <p:nvSpPr>
          <p:cNvPr id="264" name="Google Shape;264;p16"/>
          <p:cNvSpPr/>
          <p:nvPr/>
        </p:nvSpPr>
        <p:spPr>
          <a:xfrm>
            <a:off x="4476750" y="1952625"/>
            <a:ext cx="32385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6"/>
          <p:cNvSpPr txBox="1"/>
          <p:nvPr/>
        </p:nvSpPr>
        <p:spPr>
          <a:xfrm>
            <a:off x="8667750" y="1581150"/>
            <a:ext cx="2952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DONE</a:t>
            </a:r>
            <a:endParaRPr/>
          </a:p>
        </p:txBody>
      </p:sp>
      <p:sp>
        <p:nvSpPr>
          <p:cNvPr id="266" name="Google Shape;266;p16"/>
          <p:cNvSpPr/>
          <p:nvPr/>
        </p:nvSpPr>
        <p:spPr>
          <a:xfrm>
            <a:off x="8382000" y="1952625"/>
            <a:ext cx="32385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7" name="Google Shape;267;p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0515600" y="395287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6"/>
          <p:cNvSpPr txBox="1"/>
          <p:nvPr/>
        </p:nvSpPr>
        <p:spPr>
          <a:xfrm>
            <a:off x="809625" y="235267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HU-08-B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Alta</a:t>
            </a:r>
            <a:endParaRPr/>
          </a:p>
        </p:txBody>
      </p:sp>
      <p:sp>
        <p:nvSpPr>
          <p:cNvPr id="269" name="Google Shape;269;p16"/>
          <p:cNvSpPr txBox="1"/>
          <p:nvPr/>
        </p:nvSpPr>
        <p:spPr>
          <a:xfrm>
            <a:off x="809625" y="2600325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Registro Repuestos</a:t>
            </a:r>
            <a:endParaRPr/>
          </a:p>
        </p:txBody>
      </p:sp>
      <p:sp>
        <p:nvSpPr>
          <p:cNvPr id="270" name="Google Shape;270;p16"/>
          <p:cNvSpPr txBox="1"/>
          <p:nvPr/>
        </p:nvSpPr>
        <p:spPr>
          <a:xfrm>
            <a:off x="809625" y="2889795"/>
            <a:ext cx="2809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Input dinámico (+Agregar) para lista de insumos usados.</a:t>
            </a:r>
            <a:endParaRPr/>
          </a:p>
        </p:txBody>
      </p:sp>
      <p:sp>
        <p:nvSpPr>
          <p:cNvPr id="271" name="Google Shape;271;p16"/>
          <p:cNvSpPr txBox="1"/>
          <p:nvPr/>
        </p:nvSpPr>
        <p:spPr>
          <a:xfrm>
            <a:off x="809625" y="431854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TEST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Baja</a:t>
            </a:r>
            <a:endParaRPr/>
          </a:p>
        </p:txBody>
      </p:sp>
      <p:sp>
        <p:nvSpPr>
          <p:cNvPr id="272" name="Google Shape;272;p16"/>
          <p:cNvSpPr txBox="1"/>
          <p:nvPr/>
        </p:nvSpPr>
        <p:spPr>
          <a:xfrm>
            <a:off x="809625" y="456619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Testing </a:t>
            </a:r>
            <a:r>
              <a:rPr b="1" lang="en-US" sz="12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Google</a:t>
            </a:r>
            <a:endParaRPr/>
          </a:p>
        </p:txBody>
      </p:sp>
      <p:sp>
        <p:nvSpPr>
          <p:cNvPr id="273" name="Google Shape;273;p16"/>
          <p:cNvSpPr txBox="1"/>
          <p:nvPr/>
        </p:nvSpPr>
        <p:spPr>
          <a:xfrm>
            <a:off x="809625" y="4855666"/>
            <a:ext cx="28098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Validar diseño responsive en navegador</a:t>
            </a:r>
            <a:r>
              <a:rPr lang="en-US" sz="975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web, y mobil para el mecanico</a:t>
            </a:r>
            <a:endParaRPr/>
          </a:p>
        </p:txBody>
      </p:sp>
      <p:sp>
        <p:nvSpPr>
          <p:cNvPr id="274" name="Google Shape;274;p16"/>
          <p:cNvSpPr txBox="1"/>
          <p:nvPr/>
        </p:nvSpPr>
        <p:spPr>
          <a:xfrm>
            <a:off x="4676775" y="2362200"/>
            <a:ext cx="283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BLOCKER Critica</a:t>
            </a:r>
            <a:endParaRPr/>
          </a:p>
        </p:txBody>
      </p:sp>
      <p:sp>
        <p:nvSpPr>
          <p:cNvPr id="275" name="Google Shape;275;p16"/>
          <p:cNvSpPr txBox="1"/>
          <p:nvPr/>
        </p:nvSpPr>
        <p:spPr>
          <a:xfrm>
            <a:off x="4676775" y="2609850"/>
            <a:ext cx="28384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Subida de Fotos</a:t>
            </a:r>
            <a:endParaRPr/>
          </a:p>
        </p:txBody>
      </p:sp>
      <p:sp>
        <p:nvSpPr>
          <p:cNvPr id="276" name="Google Shape;276;p16"/>
          <p:cNvSpPr txBox="1"/>
          <p:nvPr/>
        </p:nvSpPr>
        <p:spPr>
          <a:xfrm>
            <a:off x="4676775" y="2899320"/>
            <a:ext cx="28384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CRÍTICO:</a:t>
            </a: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Upload falla con imágenes &gt;5MB. Implementando compresión.</a:t>
            </a:r>
            <a:endParaRPr/>
          </a:p>
        </p:txBody>
      </p:sp>
      <p:sp>
        <p:nvSpPr>
          <p:cNvPr id="277" name="Google Shape;277;p16"/>
          <p:cNvSpPr txBox="1"/>
          <p:nvPr/>
        </p:nvSpPr>
        <p:spPr>
          <a:xfrm>
            <a:off x="4714875" y="433759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API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Alta</a:t>
            </a:r>
            <a:endParaRPr/>
          </a:p>
        </p:txBody>
      </p:sp>
      <p:sp>
        <p:nvSpPr>
          <p:cNvPr id="278" name="Google Shape;278;p16"/>
          <p:cNvSpPr txBox="1"/>
          <p:nvPr/>
        </p:nvSpPr>
        <p:spPr>
          <a:xfrm>
            <a:off x="4714875" y="4585245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Backend Vercel Blob</a:t>
            </a:r>
            <a:endParaRPr/>
          </a:p>
        </p:txBody>
      </p:sp>
      <p:sp>
        <p:nvSpPr>
          <p:cNvPr id="279" name="Google Shape;279;p16"/>
          <p:cNvSpPr txBox="1"/>
          <p:nvPr/>
        </p:nvSpPr>
        <p:spPr>
          <a:xfrm>
            <a:off x="4714875" y="4874716"/>
            <a:ext cx="2809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Configurando endpoint PUT para recepción de archivos.</a:t>
            </a:r>
            <a:endParaRPr/>
          </a:p>
        </p:txBody>
      </p:sp>
      <p:pic>
        <p:nvPicPr>
          <p:cNvPr descr="image.png" id="280" name="Google Shape;280;p1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382000" y="16097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6"/>
          <p:cNvSpPr txBox="1"/>
          <p:nvPr/>
        </p:nvSpPr>
        <p:spPr>
          <a:xfrm>
            <a:off x="8620125" y="235267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HU-07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Alta</a:t>
            </a:r>
            <a:endParaRPr/>
          </a:p>
        </p:txBody>
      </p:sp>
      <p:sp>
        <p:nvSpPr>
          <p:cNvPr id="282" name="Google Shape;282;p16"/>
          <p:cNvSpPr txBox="1"/>
          <p:nvPr/>
        </p:nvSpPr>
        <p:spPr>
          <a:xfrm>
            <a:off x="8620125" y="2600325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Interfaz Responsive</a:t>
            </a:r>
            <a:endParaRPr/>
          </a:p>
        </p:txBody>
      </p:sp>
      <p:sp>
        <p:nvSpPr>
          <p:cNvPr id="283" name="Google Shape;283;p16"/>
          <p:cNvSpPr txBox="1"/>
          <p:nvPr/>
        </p:nvSpPr>
        <p:spPr>
          <a:xfrm>
            <a:off x="8620125" y="2889805"/>
            <a:ext cx="28098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Diseño web adaptable (Mobile First) con CSS Grid. (</a:t>
            </a:r>
            <a:r>
              <a:rPr lang="en-US" sz="975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para el mecanico</a:t>
            </a: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/>
          </a:p>
        </p:txBody>
      </p:sp>
      <p:sp>
        <p:nvSpPr>
          <p:cNvPr id="284" name="Google Shape;284;p16"/>
          <p:cNvSpPr txBox="1"/>
          <p:nvPr/>
        </p:nvSpPr>
        <p:spPr>
          <a:xfrm>
            <a:off x="8620125" y="4132808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FEAT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Media</a:t>
            </a:r>
            <a:endParaRPr/>
          </a:p>
        </p:txBody>
      </p:sp>
      <p:sp>
        <p:nvSpPr>
          <p:cNvPr id="285" name="Google Shape;285;p16"/>
          <p:cNvSpPr txBox="1"/>
          <p:nvPr/>
        </p:nvSpPr>
        <p:spPr>
          <a:xfrm>
            <a:off x="8620125" y="4380458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Filtro Tareas</a:t>
            </a:r>
            <a:endParaRPr/>
          </a:p>
        </p:txBody>
      </p:sp>
      <p:sp>
        <p:nvSpPr>
          <p:cNvPr id="286" name="Google Shape;286;p16"/>
          <p:cNvSpPr txBox="1"/>
          <p:nvPr/>
        </p:nvSpPr>
        <p:spPr>
          <a:xfrm>
            <a:off x="8620125" y="4669928"/>
            <a:ext cx="2809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Vista "Mis Tareas" filtrada por ID de mecánico.</a:t>
            </a:r>
            <a:endParaRPr/>
          </a:p>
        </p:txBody>
      </p:sp>
      <p:sp>
        <p:nvSpPr>
          <p:cNvPr id="287" name="Google Shape;287;p16"/>
          <p:cNvSpPr/>
          <p:nvPr/>
        </p:nvSpPr>
        <p:spPr>
          <a:xfrm>
            <a:off x="809625" y="3508920"/>
            <a:ext cx="666750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 txBox="1"/>
          <p:nvPr/>
        </p:nvSpPr>
        <p:spPr>
          <a:xfrm>
            <a:off x="885825" y="3547025"/>
            <a:ext cx="6000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endParaRPr/>
          </a:p>
        </p:txBody>
      </p:sp>
      <p:sp>
        <p:nvSpPr>
          <p:cNvPr id="289" name="Google Shape;289;p16"/>
          <p:cNvSpPr/>
          <p:nvPr/>
        </p:nvSpPr>
        <p:spPr>
          <a:xfrm>
            <a:off x="809625" y="5474791"/>
            <a:ext cx="295275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 txBox="1"/>
          <p:nvPr/>
        </p:nvSpPr>
        <p:spPr>
          <a:xfrm>
            <a:off x="885825" y="5512891"/>
            <a:ext cx="1428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QA</a:t>
            </a:r>
            <a:endParaRPr/>
          </a:p>
        </p:txBody>
      </p:sp>
      <p:sp>
        <p:nvSpPr>
          <p:cNvPr id="291" name="Google Shape;291;p16"/>
          <p:cNvSpPr/>
          <p:nvPr/>
        </p:nvSpPr>
        <p:spPr>
          <a:xfrm>
            <a:off x="4676775" y="3518445"/>
            <a:ext cx="419100" cy="209550"/>
          </a:xfrm>
          <a:prstGeom prst="roundRect">
            <a:avLst>
              <a:gd fmla="val 50000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 txBox="1"/>
          <p:nvPr/>
        </p:nvSpPr>
        <p:spPr>
          <a:xfrm>
            <a:off x="4752975" y="3556545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ISSUE</a:t>
            </a:r>
            <a:endParaRPr/>
          </a:p>
        </p:txBody>
      </p:sp>
      <p:sp>
        <p:nvSpPr>
          <p:cNvPr id="293" name="Google Shape;293;p16"/>
          <p:cNvSpPr/>
          <p:nvPr/>
        </p:nvSpPr>
        <p:spPr>
          <a:xfrm>
            <a:off x="4714875" y="5493841"/>
            <a:ext cx="600075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 txBox="1"/>
          <p:nvPr/>
        </p:nvSpPr>
        <p:spPr>
          <a:xfrm>
            <a:off x="4791075" y="5531950"/>
            <a:ext cx="5559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  <a:endParaRPr/>
          </a:p>
        </p:txBody>
      </p:sp>
      <p:sp>
        <p:nvSpPr>
          <p:cNvPr id="295" name="Google Shape;295;p16"/>
          <p:cNvSpPr/>
          <p:nvPr/>
        </p:nvSpPr>
        <p:spPr>
          <a:xfrm>
            <a:off x="8620125" y="3323183"/>
            <a:ext cx="409575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 txBox="1"/>
          <p:nvPr/>
        </p:nvSpPr>
        <p:spPr>
          <a:xfrm>
            <a:off x="8696325" y="3361283"/>
            <a:ext cx="2571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UI/UX</a:t>
            </a:r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8620125" y="5103316"/>
            <a:ext cx="428625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8696325" y="5141425"/>
            <a:ext cx="352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LOGIC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52500"/>
            <a:ext cx="12192000" cy="590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3200" y="285750"/>
            <a:ext cx="14478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333500"/>
            <a:ext cx="3619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0" y="1333500"/>
            <a:ext cx="3619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0" y="1333500"/>
            <a:ext cx="3619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162175"/>
            <a:ext cx="3238500" cy="15896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942308"/>
            <a:ext cx="3238500" cy="15896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76750" y="2162175"/>
            <a:ext cx="3238500" cy="1775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76750" y="4128045"/>
            <a:ext cx="3238500" cy="1775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82000" y="2162175"/>
            <a:ext cx="3238500" cy="1775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82000" y="4128045"/>
            <a:ext cx="3238500" cy="1775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9625" y="3189833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9625" y="4969966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14875" y="3375570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14875" y="5341441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620125" y="3375570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620125" y="5341441"/>
            <a:ext cx="28098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352800" y="3294608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352800" y="5074741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258050" y="348034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258050" y="5446216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163300" y="348034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1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1163300" y="5446216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1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0"/>
            <a:ext cx="12192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7"/>
          <p:cNvSpPr txBox="1"/>
          <p:nvPr/>
        </p:nvSpPr>
        <p:spPr>
          <a:xfrm>
            <a:off x="381000" y="6486525"/>
            <a:ext cx="1447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KANBAN SNAPSHOT</a:t>
            </a:r>
            <a:endParaRPr/>
          </a:p>
        </p:txBody>
      </p:sp>
      <p:sp>
        <p:nvSpPr>
          <p:cNvPr id="328" name="Google Shape;328;p17"/>
          <p:cNvSpPr txBox="1"/>
          <p:nvPr/>
        </p:nvSpPr>
        <p:spPr>
          <a:xfrm>
            <a:off x="381000" y="271462"/>
            <a:ext cx="26289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SPRINT 4: CIERRE</a:t>
            </a:r>
            <a:endParaRPr/>
          </a:p>
        </p:txBody>
      </p:sp>
      <p:sp>
        <p:nvSpPr>
          <p:cNvPr id="329" name="Google Shape;329;p17"/>
          <p:cNvSpPr txBox="1"/>
          <p:nvPr/>
        </p:nvSpPr>
        <p:spPr>
          <a:xfrm>
            <a:off x="571500" y="1581150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TO DO</a:t>
            </a:r>
            <a:endParaRPr/>
          </a:p>
        </p:txBody>
      </p:sp>
      <p:sp>
        <p:nvSpPr>
          <p:cNvPr id="330" name="Google Shape;330;p17"/>
          <p:cNvSpPr/>
          <p:nvPr/>
        </p:nvSpPr>
        <p:spPr>
          <a:xfrm>
            <a:off x="571500" y="1952625"/>
            <a:ext cx="32385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 txBox="1"/>
          <p:nvPr/>
        </p:nvSpPr>
        <p:spPr>
          <a:xfrm>
            <a:off x="4825246" y="1581150"/>
            <a:ext cx="2890003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 PROGRESS</a:t>
            </a:r>
            <a:endParaRPr/>
          </a:p>
        </p:txBody>
      </p:sp>
      <p:sp>
        <p:nvSpPr>
          <p:cNvPr id="332" name="Google Shape;332;p17"/>
          <p:cNvSpPr/>
          <p:nvPr/>
        </p:nvSpPr>
        <p:spPr>
          <a:xfrm>
            <a:off x="4476750" y="1952625"/>
            <a:ext cx="32385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 txBox="1"/>
          <p:nvPr/>
        </p:nvSpPr>
        <p:spPr>
          <a:xfrm>
            <a:off x="8667750" y="1581150"/>
            <a:ext cx="2952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DONE</a:t>
            </a: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8382000" y="1952625"/>
            <a:ext cx="32385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5" name="Google Shape;335;p1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0515600" y="395287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7"/>
          <p:cNvSpPr txBox="1"/>
          <p:nvPr/>
        </p:nvSpPr>
        <p:spPr>
          <a:xfrm>
            <a:off x="809625" y="235267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HU-11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Baja</a:t>
            </a:r>
            <a:endParaRPr/>
          </a:p>
        </p:txBody>
      </p:sp>
      <p:sp>
        <p:nvSpPr>
          <p:cNvPr id="337" name="Google Shape;337;p17"/>
          <p:cNvSpPr txBox="1"/>
          <p:nvPr/>
        </p:nvSpPr>
        <p:spPr>
          <a:xfrm>
            <a:off x="809625" y="260032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Dashboard </a:t>
            </a:r>
            <a:r>
              <a:rPr b="1" lang="en-US" sz="12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fallos</a:t>
            </a:r>
            <a:endParaRPr/>
          </a:p>
        </p:txBody>
      </p:sp>
      <p:sp>
        <p:nvSpPr>
          <p:cNvPr id="338" name="Google Shape;338;p17"/>
          <p:cNvSpPr txBox="1"/>
          <p:nvPr/>
        </p:nvSpPr>
        <p:spPr>
          <a:xfrm>
            <a:off x="809625" y="2889805"/>
            <a:ext cx="2809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Implementar</a:t>
            </a:r>
            <a:r>
              <a:rPr lang="en-US" sz="975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75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documentación</a:t>
            </a: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tipos de fallas.</a:t>
            </a:r>
            <a:endParaRPr/>
          </a:p>
        </p:txBody>
      </p:sp>
      <p:sp>
        <p:nvSpPr>
          <p:cNvPr id="339" name="Google Shape;339;p17"/>
          <p:cNvSpPr txBox="1"/>
          <p:nvPr/>
        </p:nvSpPr>
        <p:spPr>
          <a:xfrm>
            <a:off x="809625" y="4132808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DOCS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Baja</a:t>
            </a:r>
            <a:endParaRPr/>
          </a:p>
        </p:txBody>
      </p:sp>
      <p:sp>
        <p:nvSpPr>
          <p:cNvPr id="340" name="Google Shape;340;p17"/>
          <p:cNvSpPr txBox="1"/>
          <p:nvPr/>
        </p:nvSpPr>
        <p:spPr>
          <a:xfrm>
            <a:off x="809625" y="4380458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Cierre Proyecto</a:t>
            </a:r>
            <a:endParaRPr/>
          </a:p>
        </p:txBody>
      </p:sp>
      <p:sp>
        <p:nvSpPr>
          <p:cNvPr id="341" name="Google Shape;341;p17"/>
          <p:cNvSpPr txBox="1"/>
          <p:nvPr/>
        </p:nvSpPr>
        <p:spPr>
          <a:xfrm>
            <a:off x="809625" y="4669928"/>
            <a:ext cx="2809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Limpieza de código y grabación de </a:t>
            </a:r>
            <a:r>
              <a:rPr lang="en-US" sz="975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vídeo</a:t>
            </a: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demo.</a:t>
            </a:r>
            <a:endParaRPr/>
          </a:p>
        </p:txBody>
      </p:sp>
      <p:sp>
        <p:nvSpPr>
          <p:cNvPr id="342" name="Google Shape;342;p17"/>
          <p:cNvSpPr txBox="1"/>
          <p:nvPr/>
        </p:nvSpPr>
        <p:spPr>
          <a:xfrm>
            <a:off x="4714875" y="235267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HU-10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Media</a:t>
            </a:r>
            <a:endParaRPr/>
          </a:p>
        </p:txBody>
      </p:sp>
      <p:sp>
        <p:nvSpPr>
          <p:cNvPr id="343" name="Google Shape;343;p17"/>
          <p:cNvSpPr txBox="1"/>
          <p:nvPr/>
        </p:nvSpPr>
        <p:spPr>
          <a:xfrm>
            <a:off x="4714875" y="260032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Reportes Excel</a:t>
            </a:r>
            <a:endParaRPr/>
          </a:p>
        </p:txBody>
      </p:sp>
      <p:sp>
        <p:nvSpPr>
          <p:cNvPr id="344" name="Google Shape;344;p17"/>
          <p:cNvSpPr txBox="1"/>
          <p:nvPr/>
        </p:nvSpPr>
        <p:spPr>
          <a:xfrm>
            <a:off x="4714875" y="2889795"/>
            <a:ext cx="28098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Integrando librería</a:t>
            </a:r>
            <a:r>
              <a:rPr lang="en-US" sz="975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' y diseño con logo corporativo.</a:t>
            </a:r>
            <a:endParaRPr/>
          </a:p>
        </p:txBody>
      </p:sp>
      <p:sp>
        <p:nvSpPr>
          <p:cNvPr id="345" name="Google Shape;345;p17"/>
          <p:cNvSpPr txBox="1"/>
          <p:nvPr/>
        </p:nvSpPr>
        <p:spPr>
          <a:xfrm>
            <a:off x="4714875" y="431854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QA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Baja</a:t>
            </a:r>
            <a:endParaRPr/>
          </a:p>
        </p:txBody>
      </p:sp>
      <p:sp>
        <p:nvSpPr>
          <p:cNvPr id="346" name="Google Shape;346;p17"/>
          <p:cNvSpPr txBox="1"/>
          <p:nvPr/>
        </p:nvSpPr>
        <p:spPr>
          <a:xfrm>
            <a:off x="4714875" y="4566195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Pruebas E2E</a:t>
            </a:r>
            <a:endParaRPr/>
          </a:p>
        </p:txBody>
      </p:sp>
      <p:sp>
        <p:nvSpPr>
          <p:cNvPr id="347" name="Google Shape;347;p17"/>
          <p:cNvSpPr txBox="1"/>
          <p:nvPr/>
        </p:nvSpPr>
        <p:spPr>
          <a:xfrm>
            <a:off x="4714875" y="4855666"/>
            <a:ext cx="2809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Validación de flujo completo antes del despliegue.</a:t>
            </a:r>
            <a:endParaRPr/>
          </a:p>
        </p:txBody>
      </p:sp>
      <p:pic>
        <p:nvPicPr>
          <p:cNvPr descr="image.png" id="348" name="Google Shape;348;p1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382000" y="16097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7"/>
          <p:cNvSpPr txBox="1"/>
          <p:nvPr/>
        </p:nvSpPr>
        <p:spPr>
          <a:xfrm>
            <a:off x="8620125" y="235267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HU-09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Alta</a:t>
            </a:r>
            <a:endParaRPr/>
          </a:p>
        </p:txBody>
      </p:sp>
      <p:sp>
        <p:nvSpPr>
          <p:cNvPr id="350" name="Google Shape;350;p17"/>
          <p:cNvSpPr txBox="1"/>
          <p:nvPr/>
        </p:nvSpPr>
        <p:spPr>
          <a:xfrm>
            <a:off x="8620125" y="2600325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Control Salida</a:t>
            </a:r>
            <a:endParaRPr/>
          </a:p>
        </p:txBody>
      </p:sp>
      <p:sp>
        <p:nvSpPr>
          <p:cNvPr id="351" name="Google Shape;351;p17"/>
          <p:cNvSpPr txBox="1"/>
          <p:nvPr/>
        </p:nvSpPr>
        <p:spPr>
          <a:xfrm>
            <a:off x="8620125" y="2889795"/>
            <a:ext cx="2809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Validación de seguridad: Vehículo no sale si OT != Cerrada.</a:t>
            </a:r>
            <a:endParaRPr/>
          </a:p>
        </p:txBody>
      </p:sp>
      <p:sp>
        <p:nvSpPr>
          <p:cNvPr id="352" name="Google Shape;352;p17"/>
          <p:cNvSpPr txBox="1"/>
          <p:nvPr/>
        </p:nvSpPr>
        <p:spPr>
          <a:xfrm>
            <a:off x="8620125" y="4318545"/>
            <a:ext cx="280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DB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Media</a:t>
            </a:r>
            <a:endParaRPr/>
          </a:p>
        </p:txBody>
      </p:sp>
      <p:sp>
        <p:nvSpPr>
          <p:cNvPr id="353" name="Google Shape;353;p17"/>
          <p:cNvSpPr txBox="1"/>
          <p:nvPr/>
        </p:nvSpPr>
        <p:spPr>
          <a:xfrm>
            <a:off x="8620125" y="4566195"/>
            <a:ext cx="280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Optimización Querys</a:t>
            </a:r>
            <a:endParaRPr/>
          </a:p>
        </p:txBody>
      </p:sp>
      <p:sp>
        <p:nvSpPr>
          <p:cNvPr id="354" name="Google Shape;354;p17"/>
          <p:cNvSpPr txBox="1"/>
          <p:nvPr/>
        </p:nvSpPr>
        <p:spPr>
          <a:xfrm>
            <a:off x="8620125" y="4855666"/>
            <a:ext cx="2809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Mejora de índices en Firestore para búsquedas rápidas.</a:t>
            </a:r>
            <a:endParaRPr/>
          </a:p>
        </p:txBody>
      </p:sp>
      <p:sp>
        <p:nvSpPr>
          <p:cNvPr id="355" name="Google Shape;355;p17"/>
          <p:cNvSpPr/>
          <p:nvPr/>
        </p:nvSpPr>
        <p:spPr>
          <a:xfrm>
            <a:off x="809625" y="3323183"/>
            <a:ext cx="666750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 txBox="1"/>
          <p:nvPr/>
        </p:nvSpPr>
        <p:spPr>
          <a:xfrm>
            <a:off x="885825" y="3361275"/>
            <a:ext cx="6000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ANALYTICS</a:t>
            </a:r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809625" y="5103316"/>
            <a:ext cx="476250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 txBox="1"/>
          <p:nvPr/>
        </p:nvSpPr>
        <p:spPr>
          <a:xfrm>
            <a:off x="885825" y="5141425"/>
            <a:ext cx="4002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ADMIN</a:t>
            </a:r>
            <a:endParaRPr/>
          </a:p>
        </p:txBody>
      </p:sp>
      <p:sp>
        <p:nvSpPr>
          <p:cNvPr id="359" name="Google Shape;359;p17"/>
          <p:cNvSpPr/>
          <p:nvPr/>
        </p:nvSpPr>
        <p:spPr>
          <a:xfrm>
            <a:off x="4714875" y="3508920"/>
            <a:ext cx="666750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4791075" y="3547025"/>
            <a:ext cx="590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endParaRPr/>
          </a:p>
        </p:txBody>
      </p:sp>
      <p:sp>
        <p:nvSpPr>
          <p:cNvPr id="361" name="Google Shape;361;p17"/>
          <p:cNvSpPr/>
          <p:nvPr/>
        </p:nvSpPr>
        <p:spPr>
          <a:xfrm>
            <a:off x="4714875" y="5474791"/>
            <a:ext cx="295275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 txBox="1"/>
          <p:nvPr/>
        </p:nvSpPr>
        <p:spPr>
          <a:xfrm>
            <a:off x="4791075" y="5512891"/>
            <a:ext cx="1428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QA</a:t>
            </a:r>
            <a:endParaRPr/>
          </a:p>
        </p:txBody>
      </p:sp>
      <p:sp>
        <p:nvSpPr>
          <p:cNvPr id="363" name="Google Shape;363;p17"/>
          <p:cNvSpPr/>
          <p:nvPr/>
        </p:nvSpPr>
        <p:spPr>
          <a:xfrm>
            <a:off x="8620125" y="3508920"/>
            <a:ext cx="590550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 txBox="1"/>
          <p:nvPr/>
        </p:nvSpPr>
        <p:spPr>
          <a:xfrm>
            <a:off x="8696325" y="3547025"/>
            <a:ext cx="514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SECURITY</a:t>
            </a:r>
            <a:endParaRPr/>
          </a:p>
        </p:txBody>
      </p:sp>
      <p:sp>
        <p:nvSpPr>
          <p:cNvPr id="365" name="Google Shape;365;p17"/>
          <p:cNvSpPr/>
          <p:nvPr/>
        </p:nvSpPr>
        <p:spPr>
          <a:xfrm>
            <a:off x="8620125" y="5474791"/>
            <a:ext cx="600075" cy="2095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 txBox="1"/>
          <p:nvPr/>
        </p:nvSpPr>
        <p:spPr>
          <a:xfrm>
            <a:off x="8696325" y="5512900"/>
            <a:ext cx="590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1" name="Google Shape;3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8"/>
          <p:cNvSpPr txBox="1"/>
          <p:nvPr/>
        </p:nvSpPr>
        <p:spPr>
          <a:xfrm>
            <a:off x="10229850" y="6486525"/>
            <a:ext cx="1581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BURNDOWN SPRINT 1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7" name="Google Shape;3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9"/>
          <p:cNvSpPr txBox="1"/>
          <p:nvPr/>
        </p:nvSpPr>
        <p:spPr>
          <a:xfrm>
            <a:off x="10229850" y="6486525"/>
            <a:ext cx="1581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BURNDOWN SPRINT 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3" name="Google Shape;3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0"/>
          <p:cNvSpPr txBox="1"/>
          <p:nvPr/>
        </p:nvSpPr>
        <p:spPr>
          <a:xfrm>
            <a:off x="10229850" y="6486525"/>
            <a:ext cx="1581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BURNDOWN SPRINT 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9" name="Google Shape;3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1"/>
          <p:cNvSpPr txBox="1"/>
          <p:nvPr/>
        </p:nvSpPr>
        <p:spPr>
          <a:xfrm>
            <a:off x="10229850" y="6486525"/>
            <a:ext cx="1581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BURNDOWN SPRINT 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